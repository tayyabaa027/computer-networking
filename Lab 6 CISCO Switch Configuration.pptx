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0"/>
  </p:notesMasterIdLst>
  <p:handoutMasterIdLst>
    <p:handoutMasterId r:id="rId11"/>
  </p:handoutMasterIdLst>
  <p:sldIdLst>
    <p:sldId id="256" r:id="rId5"/>
    <p:sldId id="263" r:id="rId6"/>
    <p:sldId id="264" r:id="rId7"/>
    <p:sldId id="265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48" autoAdjust="0"/>
  </p:normalViewPr>
  <p:slideViewPr>
    <p:cSldViewPr snapToGrid="0">
      <p:cViewPr varScale="1">
        <p:scale>
          <a:sx n="73" d="100"/>
          <a:sy n="73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9A4FD-FAFB-4CDA-9DC5-D20CA18269A9}" type="datetimeFigureOut">
              <a:rPr lang="en-US" smtClean="0"/>
              <a:t>3/2/2023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1E35E-F34C-4F0E-B8A1-D9F5F49CB3AD}" type="datetimeFigureOut">
              <a:rPr lang="en-US" smtClean="0"/>
              <a:t>3/2/2023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773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224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184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6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 smtClean="0">
                <a:solidFill>
                  <a:schemeClr val="bg1"/>
                </a:solidFill>
              </a:rPr>
              <a:t>CISCO Switch Configuration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7CEBFF"/>
                </a:solidFill>
              </a:rPr>
              <a:t>Prepared by: Fahad Burhan Ahmad</a:t>
            </a:r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Cisco switch configuration steps </a:t>
            </a:r>
            <a:r>
              <a:rPr lang="en-US" dirty="0" smtClean="0">
                <a:solidFill>
                  <a:srgbClr val="C00000"/>
                </a:solidFill>
              </a:rPr>
              <a:t>(Set password)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4619" y="1933303"/>
            <a:ext cx="1113619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Switch&gt;						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//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Switch will by default open in user mode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//</a:t>
            </a:r>
            <a:endParaRPr lang="en-US" dirty="0"/>
          </a:p>
          <a:p>
            <a:r>
              <a:rPr lang="en-US" dirty="0" smtClean="0"/>
              <a:t>Switch&gt;enable				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//convert to privilege mode//</a:t>
            </a:r>
          </a:p>
          <a:p>
            <a:r>
              <a:rPr lang="en-US" dirty="0" smtClean="0"/>
              <a:t>Switch#						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//Now you are in privilege mode// </a:t>
            </a:r>
          </a:p>
          <a:p>
            <a:r>
              <a:rPr lang="en-US" dirty="0" err="1" smtClean="0"/>
              <a:t>Switch#show</a:t>
            </a:r>
            <a:r>
              <a:rPr lang="en-US" dirty="0" smtClean="0"/>
              <a:t> run			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//Show settings or changes that you made//</a:t>
            </a:r>
          </a:p>
          <a:p>
            <a:endParaRPr lang="en-US" dirty="0"/>
          </a:p>
          <a:p>
            <a:r>
              <a:rPr lang="en-US" dirty="0" smtClean="0"/>
              <a:t>Now we need to set password on switch. Therefore we need to move for global mode</a:t>
            </a:r>
          </a:p>
          <a:p>
            <a:endParaRPr lang="en-US" dirty="0"/>
          </a:p>
          <a:p>
            <a:r>
              <a:rPr lang="en-US" dirty="0" err="1" smtClean="0"/>
              <a:t>Switch#configure</a:t>
            </a:r>
            <a:r>
              <a:rPr lang="en-US" dirty="0" smtClean="0"/>
              <a:t> terminal	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//Move to configuration or global mode//</a:t>
            </a:r>
          </a:p>
          <a:p>
            <a:r>
              <a:rPr lang="en-US" dirty="0" smtClean="0"/>
              <a:t>Enter </a:t>
            </a:r>
            <a:r>
              <a:rPr lang="en-US" dirty="0"/>
              <a:t>configuration commands, one per line. End with CNTL/Z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)#line con 0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-line</a:t>
            </a:r>
            <a:r>
              <a:rPr lang="en-US" dirty="0" smtClean="0"/>
              <a:t>)#password 123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-line</a:t>
            </a:r>
            <a:r>
              <a:rPr lang="en-US" dirty="0" smtClean="0"/>
              <a:t>)#login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-line)#exit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)#exit</a:t>
            </a:r>
          </a:p>
          <a:p>
            <a:r>
              <a:rPr lang="en-US" dirty="0"/>
              <a:t>Switch#</a:t>
            </a:r>
          </a:p>
          <a:p>
            <a:r>
              <a:rPr lang="en-US" dirty="0"/>
              <a:t>%SYS-5-CONFIG_I: Configured from console by console</a:t>
            </a:r>
          </a:p>
          <a:p>
            <a:r>
              <a:rPr lang="en-US" dirty="0" err="1" smtClean="0"/>
              <a:t>Switch#exit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59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Cisco switch </a:t>
            </a:r>
            <a:r>
              <a:rPr lang="en-US" dirty="0" smtClean="0"/>
              <a:t>configuration steps </a:t>
            </a:r>
            <a:r>
              <a:rPr lang="en-US" dirty="0">
                <a:solidFill>
                  <a:srgbClr val="C00000"/>
                </a:solidFill>
              </a:rPr>
              <a:t>(Set password)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74619" y="1933303"/>
            <a:ext cx="111361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Need to secure password we must convert the password into cypher text.</a:t>
            </a:r>
          </a:p>
          <a:p>
            <a:endParaRPr lang="en-US" dirty="0"/>
          </a:p>
          <a:p>
            <a:r>
              <a:rPr lang="en-US" dirty="0"/>
              <a:t>Switch&gt;enable</a:t>
            </a:r>
          </a:p>
          <a:p>
            <a:r>
              <a:rPr lang="en-US" dirty="0" err="1"/>
              <a:t>Switch#configure</a:t>
            </a:r>
            <a:r>
              <a:rPr lang="en-US" dirty="0"/>
              <a:t> terminal</a:t>
            </a:r>
          </a:p>
          <a:p>
            <a:r>
              <a:rPr lang="en-US" dirty="0"/>
              <a:t>Enter configuration commands, one per line. End with CNTL/Z.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)#service password-encryption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)#</a:t>
            </a:r>
            <a:r>
              <a:rPr lang="en-US" dirty="0" smtClean="0"/>
              <a:t>exit</a:t>
            </a:r>
          </a:p>
          <a:p>
            <a:endParaRPr lang="en-US" dirty="0"/>
          </a:p>
          <a:p>
            <a:r>
              <a:rPr lang="en-US" dirty="0" smtClean="0"/>
              <a:t>Now you need to check either password is converted to cypher text or not</a:t>
            </a:r>
          </a:p>
          <a:p>
            <a:endParaRPr lang="en-US" dirty="0"/>
          </a:p>
          <a:p>
            <a:r>
              <a:rPr lang="en-US" dirty="0"/>
              <a:t>Switch&gt;enable</a:t>
            </a:r>
          </a:p>
          <a:p>
            <a:r>
              <a:rPr lang="en-US" dirty="0" err="1"/>
              <a:t>Switch#show</a:t>
            </a:r>
            <a:r>
              <a:rPr lang="en-US" dirty="0"/>
              <a:t> run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2336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Cisco switch </a:t>
            </a:r>
            <a:r>
              <a:rPr lang="en-US" dirty="0" smtClean="0"/>
              <a:t>configuration steps </a:t>
            </a:r>
            <a:r>
              <a:rPr lang="en-US" dirty="0" smtClean="0">
                <a:solidFill>
                  <a:srgbClr val="C00000"/>
                </a:solidFill>
              </a:rPr>
              <a:t>(remove password)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4619" y="1933303"/>
            <a:ext cx="1113619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How to remove password from Console port </a:t>
            </a:r>
          </a:p>
          <a:p>
            <a:endParaRPr lang="en-US" dirty="0"/>
          </a:p>
          <a:p>
            <a:r>
              <a:rPr lang="en-US" dirty="0" smtClean="0"/>
              <a:t>Switch&gt;enable</a:t>
            </a:r>
            <a:endParaRPr lang="en-US" dirty="0"/>
          </a:p>
          <a:p>
            <a:r>
              <a:rPr lang="en-US" dirty="0" err="1"/>
              <a:t>Switch#configure</a:t>
            </a:r>
            <a:r>
              <a:rPr lang="en-US" dirty="0"/>
              <a:t> terminal</a:t>
            </a:r>
          </a:p>
          <a:p>
            <a:r>
              <a:rPr lang="en-US" dirty="0"/>
              <a:t>Enter configuration commands, one per line. End with CNTL/Z.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)#line con 0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-line)#no password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-line)#login</a:t>
            </a:r>
          </a:p>
          <a:p>
            <a:r>
              <a:rPr lang="en-US" dirty="0"/>
              <a:t>% Login disabled on line 0, until 'password' is set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-line</a:t>
            </a:r>
            <a:r>
              <a:rPr lang="en-US" dirty="0" smtClean="0"/>
              <a:t>)#</a:t>
            </a:r>
          </a:p>
          <a:p>
            <a:endParaRPr lang="en-US" dirty="0" smtClean="0"/>
          </a:p>
          <a:p>
            <a:r>
              <a:rPr lang="en-US" b="1" u="sng" dirty="0" smtClean="0"/>
              <a:t>Now check it either password is removed or not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-line</a:t>
            </a:r>
            <a:r>
              <a:rPr lang="en-US" dirty="0" smtClean="0"/>
              <a:t>)#exit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 smtClean="0"/>
              <a:t>)#exit</a:t>
            </a:r>
          </a:p>
          <a:p>
            <a:r>
              <a:rPr lang="en-US" dirty="0" err="1" smtClean="0"/>
              <a:t>Switch#exit</a:t>
            </a:r>
            <a:endParaRPr lang="en-US" dirty="0" smtClean="0"/>
          </a:p>
          <a:p>
            <a:r>
              <a:rPr lang="en-US" dirty="0" smtClean="0"/>
              <a:t>Switch&gt;enable</a:t>
            </a:r>
          </a:p>
          <a:p>
            <a:r>
              <a:rPr lang="en-US" dirty="0" err="1" smtClean="0"/>
              <a:t>Switch#show</a:t>
            </a:r>
            <a:r>
              <a:rPr lang="en-US" dirty="0" smtClean="0"/>
              <a:t> run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98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3019" y="2405451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042148" y="1038215"/>
            <a:ext cx="4149852" cy="1195534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FFC000"/>
                </a:solidFill>
              </a:rPr>
              <a:t>Repeat the slides until you learn</a:t>
            </a:r>
            <a:endParaRPr lang="en-US" sz="32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5C8BF1-B0E4-49A1-808F-40F2AD30E743}">
  <ds:schemaRefs>
    <ds:schemaRef ds:uri="http://schemas.microsoft.com/office/infopath/2007/PartnerControls"/>
    <ds:schemaRef ds:uri="71af3243-3dd4-4a8d-8c0d-dd76da1f02a5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0</TotalTime>
  <Words>167</Words>
  <Application>Microsoft Office PowerPoint</Application>
  <PresentationFormat>Widescreen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Gill Sans MT</vt:lpstr>
      <vt:lpstr>Wingdings 2</vt:lpstr>
      <vt:lpstr>Dividend</vt:lpstr>
      <vt:lpstr>CISCO Switch Configuration</vt:lpstr>
      <vt:lpstr>Cisco switch configuration steps (Set password)</vt:lpstr>
      <vt:lpstr>Cisco switch configuration steps (Set password)</vt:lpstr>
      <vt:lpstr>Cisco switch configuration steps (remove password)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2021-12-28T04:20:22Z</dcterms:created>
  <dcterms:modified xsi:type="dcterms:W3CDTF">2023-03-02T16:20:32Z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