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1" r:id="rId6"/>
    <p:sldId id="262" r:id="rId7"/>
    <p:sldId id="258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48" autoAdjust="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A4FD-FAFB-4CDA-9DC5-D20CA18269A9}" type="datetimeFigureOut">
              <a:rPr lang="en-US" smtClean="0"/>
              <a:t>2/26/2023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E35E-F34C-4F0E-B8A1-D9F5F49CB3AD}" type="datetimeFigureOut">
              <a:rPr lang="en-US" smtClean="0"/>
              <a:t>2/26/2023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5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43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81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chemeClr val="bg1"/>
                </a:solidFill>
              </a:rPr>
              <a:t>CISCO Switch </a:t>
            </a:r>
            <a:r>
              <a:rPr lang="en-US" sz="6000" dirty="0" smtClean="0">
                <a:solidFill>
                  <a:schemeClr val="bg1"/>
                </a:solidFill>
              </a:rPr>
              <a:t>Basic Understanding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Prepared by: </a:t>
            </a:r>
            <a:r>
              <a:rPr lang="en-US" sz="2000" dirty="0" smtClean="0">
                <a:solidFill>
                  <a:srgbClr val="FFC000"/>
                </a:solidFill>
              </a:rPr>
              <a:t>Fahad Burhan Ahmad</a:t>
            </a:r>
            <a:endParaRPr lang="en-US" sz="2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FEFF"/>
                </a:solidFill>
              </a:rPr>
              <a:t>Configuration requirement</a:t>
            </a:r>
            <a:endParaRPr lang="en-US" dirty="0">
              <a:solidFill>
                <a:srgbClr val="FFFE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259" y="1855419"/>
            <a:ext cx="7817741" cy="22614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757" y="4256300"/>
            <a:ext cx="7067198" cy="25068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92" y="3748291"/>
            <a:ext cx="1996259" cy="2136511"/>
          </a:xfrm>
          <a:prstGeom prst="rect">
            <a:avLst/>
          </a:prstGeom>
        </p:spPr>
      </p:pic>
      <p:pic>
        <p:nvPicPr>
          <p:cNvPr id="1026" name="Picture 2" descr="Turbocharge PuTTY with 12 Powerful Add-Ons – Software for Geeks #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147402"/>
            <a:ext cx="19050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4343" y="3911106"/>
            <a:ext cx="2002414" cy="18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FEFF"/>
                </a:solidFill>
              </a:rPr>
              <a:t>Cables Connectivity</a:t>
            </a:r>
            <a:endParaRPr lang="en-US" dirty="0">
              <a:solidFill>
                <a:srgbClr val="FFFE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8724"/>
            <a:ext cx="12192000" cy="494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5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Modes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5529"/>
            <a:ext cx="12192000" cy="465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Repeat the slides until you learn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5C8BF1-B0E4-49A1-808F-40F2AD30E743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71af3243-3dd4-4a8d-8c0d-dd76da1f02a5"/>
    <ds:schemaRef ds:uri="http://schemas.microsoft.com/office/infopath/2007/PartnerControls"/>
    <ds:schemaRef ds:uri="16c05727-aa75-4e4a-9b5f-8a80a116589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29</Words>
  <Application>Microsoft Office PowerPoint</Application>
  <PresentationFormat>Widescreen</PresentationFormat>
  <Paragraphs>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Gill Sans MT</vt:lpstr>
      <vt:lpstr>Wingdings 2</vt:lpstr>
      <vt:lpstr>Dividend</vt:lpstr>
      <vt:lpstr>CISCO Switch Basic Understanding</vt:lpstr>
      <vt:lpstr>Configuration requirement</vt:lpstr>
      <vt:lpstr>Cables Connectivity</vt:lpstr>
      <vt:lpstr>Switch Modes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2021-12-28T04:20:22Z</dcterms:created>
  <dcterms:modified xsi:type="dcterms:W3CDTF">2023-02-26T13:29:09Z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