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9"/>
  </p:notesMasterIdLst>
  <p:handoutMasterIdLst>
    <p:handoutMasterId r:id="rId10"/>
  </p:handoutMasterIdLst>
  <p:sldIdLst>
    <p:sldId id="256" r:id="rId5"/>
    <p:sldId id="263" r:id="rId6"/>
    <p:sldId id="265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48" autoAdjust="0"/>
  </p:normalViewPr>
  <p:slideViewPr>
    <p:cSldViewPr snapToGrid="0">
      <p:cViewPr varScale="1">
        <p:scale>
          <a:sx n="73" d="100"/>
          <a:sy n="73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4646B-21C0-410B-BA17-64C59EB292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9392C-F5C5-4C38-94CE-455C7F402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9A4FD-FAFB-4CDA-9DC5-D20CA18269A9}" type="datetimeFigureOut">
              <a:rPr lang="en-US" smtClean="0"/>
              <a:t>3/10/2023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F3D2C-86D2-4CEA-B1B8-750885E16D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D5F72-69F2-4B4B-A943-B04C4B1E36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EBA49-8001-49C3-9348-7448336215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06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1E35E-F34C-4F0E-B8A1-D9F5F49CB3AD}" type="datetimeFigureOut">
              <a:rPr lang="en-US" smtClean="0"/>
              <a:t>3/10/2023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F15BC-4AA1-41C4-8C26-91A7E3BB93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6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05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773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184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06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 smtClean="0">
                <a:solidFill>
                  <a:schemeClr val="bg1"/>
                </a:solidFill>
              </a:rPr>
              <a:t>CISCO Switch Configuration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FFC000"/>
                </a:solidFill>
              </a:rPr>
              <a:t>Prepared by: Fahad Burhan Ahmad</a:t>
            </a:r>
            <a:endParaRPr lang="en-US" sz="29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to set password on  privilege  mode </a:t>
            </a:r>
            <a:r>
              <a:rPr lang="en-US" sz="3200" b="1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(Set password)</a:t>
            </a:r>
            <a:endParaRPr lang="en-US" sz="3200" b="1" dirty="0">
              <a:solidFill>
                <a:srgbClr val="FFC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4619" y="1933303"/>
            <a:ext cx="1113619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>Switch</a:t>
            </a:r>
            <a:r>
              <a:rPr lang="en-US" sz="2400" b="1" dirty="0" smtClean="0"/>
              <a:t>&gt;	</a:t>
            </a:r>
            <a:endParaRPr lang="en-US" sz="2400" b="1" dirty="0" smtClean="0"/>
          </a:p>
          <a:p>
            <a:r>
              <a:rPr lang="en-US" sz="2400" b="1" dirty="0" smtClean="0"/>
              <a:t>			</a:t>
            </a:r>
            <a:endParaRPr lang="en-US" sz="2400" b="1" dirty="0"/>
          </a:p>
          <a:p>
            <a:r>
              <a:rPr lang="en-US" sz="2400" b="1" dirty="0" smtClean="0"/>
              <a:t>Switch&gt;enable</a:t>
            </a:r>
          </a:p>
          <a:p>
            <a:r>
              <a:rPr lang="en-US" sz="2400" b="1" dirty="0" smtClean="0"/>
              <a:t>				</a:t>
            </a:r>
            <a:endParaRPr lang="en-US" sz="24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b="1" dirty="0" smtClean="0"/>
              <a:t>Switch#	</a:t>
            </a:r>
            <a:r>
              <a:rPr lang="en-US" sz="2400" b="1" dirty="0" smtClean="0"/>
              <a:t>configure terminal</a:t>
            </a:r>
            <a:r>
              <a:rPr lang="en-US" sz="2400" b="1" dirty="0" smtClean="0"/>
              <a:t>	</a:t>
            </a:r>
            <a:endParaRPr lang="en-US" sz="2400" b="1" dirty="0" smtClean="0"/>
          </a:p>
          <a:p>
            <a:r>
              <a:rPr lang="en-US" sz="2400" b="1" dirty="0" smtClean="0"/>
              <a:t>		</a:t>
            </a:r>
            <a:endParaRPr lang="en-US" sz="24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b="1" dirty="0"/>
              <a:t>Switch(</a:t>
            </a:r>
            <a:r>
              <a:rPr lang="en-US" sz="2400" b="1" dirty="0" err="1"/>
              <a:t>config</a:t>
            </a:r>
            <a:r>
              <a:rPr lang="en-US" sz="2400" b="1" dirty="0"/>
              <a:t>)# </a:t>
            </a:r>
            <a:endParaRPr lang="en-US" sz="2400" b="1" dirty="0" smtClean="0"/>
          </a:p>
          <a:p>
            <a:endParaRPr lang="en-US" sz="2400" b="1" dirty="0" smtClean="0"/>
          </a:p>
          <a:p>
            <a:r>
              <a:rPr lang="en-US" sz="2400" b="1" dirty="0"/>
              <a:t>Switch(</a:t>
            </a:r>
            <a:r>
              <a:rPr lang="en-US" sz="2400" b="1" dirty="0" err="1"/>
              <a:t>config</a:t>
            </a:r>
            <a:r>
              <a:rPr lang="en-US" sz="2400" b="1" dirty="0" smtClean="0"/>
              <a:t>)#enable secret </a:t>
            </a:r>
            <a:r>
              <a:rPr lang="en-US" sz="2400" b="1" dirty="0" err="1" smtClean="0"/>
              <a:t>fahad</a:t>
            </a:r>
            <a:r>
              <a:rPr lang="en-US" sz="2400" b="1" dirty="0" smtClean="0"/>
              <a:t>		</a:t>
            </a:r>
            <a:r>
              <a:rPr lang="en-US" dirty="0" smtClean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93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</a:t>
            </a:r>
            <a:r>
              <a:rPr lang="en-US" dirty="0" smtClean="0"/>
              <a:t>remove password form </a:t>
            </a:r>
            <a:r>
              <a:rPr lang="en-US" dirty="0"/>
              <a:t>privilege  </a:t>
            </a:r>
            <a:r>
              <a:rPr lang="en-US" dirty="0" smtClean="0"/>
              <a:t>mode </a:t>
            </a:r>
            <a:r>
              <a:rPr lang="en-US" sz="2900" b="1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(remove password)</a:t>
            </a:r>
            <a:endParaRPr lang="en-US" sz="2900" b="1" dirty="0">
              <a:solidFill>
                <a:srgbClr val="FFC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4619" y="1933303"/>
            <a:ext cx="1113619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400" b="1" dirty="0"/>
              <a:t>Switch&gt;		</a:t>
            </a:r>
            <a:endParaRPr lang="en-US" sz="2400" b="1" dirty="0" smtClean="0"/>
          </a:p>
          <a:p>
            <a:r>
              <a:rPr lang="en-US" sz="2400" b="1" dirty="0"/>
              <a:t>		</a:t>
            </a:r>
          </a:p>
          <a:p>
            <a:r>
              <a:rPr lang="en-US" sz="2400" b="1" dirty="0" smtClean="0"/>
              <a:t>Switch&gt;enable</a:t>
            </a:r>
          </a:p>
          <a:p>
            <a:r>
              <a:rPr lang="en-US" sz="2400" b="1" dirty="0"/>
              <a:t>				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b="1" dirty="0"/>
              <a:t>Switch#	configure terminal		</a:t>
            </a:r>
            <a:endParaRPr lang="en-US" sz="2400" b="1" dirty="0" smtClean="0"/>
          </a:p>
          <a:p>
            <a:r>
              <a:rPr lang="en-US" sz="2400" b="1" dirty="0"/>
              <a:t>	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b="1" dirty="0"/>
              <a:t>Switch(</a:t>
            </a:r>
            <a:r>
              <a:rPr lang="en-US" sz="2400" b="1" dirty="0" err="1"/>
              <a:t>config</a:t>
            </a:r>
            <a:r>
              <a:rPr lang="en-US" sz="2400" b="1" dirty="0"/>
              <a:t>)# </a:t>
            </a:r>
            <a:endParaRPr lang="en-US" sz="2400" b="1" dirty="0" smtClean="0"/>
          </a:p>
          <a:p>
            <a:endParaRPr lang="en-US" sz="2400" b="1" dirty="0"/>
          </a:p>
          <a:p>
            <a:r>
              <a:rPr lang="en-US" sz="2400" b="1" dirty="0"/>
              <a:t>Switch(</a:t>
            </a:r>
            <a:r>
              <a:rPr lang="en-US" sz="2400" b="1" dirty="0" err="1"/>
              <a:t>config</a:t>
            </a:r>
            <a:r>
              <a:rPr lang="en-US" sz="2400" b="1" dirty="0"/>
              <a:t>)# </a:t>
            </a:r>
            <a:r>
              <a:rPr lang="en-US" sz="2400" b="1" dirty="0" smtClean="0"/>
              <a:t>no </a:t>
            </a:r>
            <a:r>
              <a:rPr lang="en-US" sz="2400" b="1" smtClean="0"/>
              <a:t>enable secret</a:t>
            </a:r>
            <a:r>
              <a:rPr lang="en-US" sz="2400" b="1" dirty="0"/>
              <a:t>	</a:t>
            </a:r>
            <a:endParaRPr lang="en-US" sz="2400" b="1" dirty="0" smtClean="0"/>
          </a:p>
          <a:p>
            <a:endParaRPr lang="en-US" sz="2400" b="1" u="sng" dirty="0" smtClean="0"/>
          </a:p>
          <a:p>
            <a:endParaRPr lang="en-US" sz="2400" b="1" u="sng" dirty="0" smtClean="0"/>
          </a:p>
        </p:txBody>
      </p:sp>
    </p:spTree>
    <p:extLst>
      <p:ext uri="{BB962C8B-B14F-4D97-AF65-F5344CB8AC3E}">
        <p14:creationId xmlns:p14="http://schemas.microsoft.com/office/powerpoint/2010/main" val="376998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3019" y="2405451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042148" y="1038215"/>
            <a:ext cx="4149852" cy="1195534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FFC000"/>
                </a:solidFill>
              </a:rPr>
              <a:t>Repeat the </a:t>
            </a:r>
            <a:r>
              <a:rPr lang="en-US" sz="3200" b="1" dirty="0" smtClean="0">
                <a:solidFill>
                  <a:srgbClr val="FFC000"/>
                </a:solidFill>
              </a:rPr>
              <a:t>steps </a:t>
            </a:r>
            <a:r>
              <a:rPr lang="en-US" sz="3200" b="1" dirty="0" smtClean="0">
                <a:solidFill>
                  <a:srgbClr val="FFC000"/>
                </a:solidFill>
              </a:rPr>
              <a:t>until you learn</a:t>
            </a:r>
            <a:endParaRPr lang="en-US" sz="32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852F5D-AAE7-473B-9767-8875B60BC6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F5C8BF1-B0E4-49A1-808F-40F2AD30E743}">
  <ds:schemaRefs>
    <ds:schemaRef ds:uri="http://schemas.microsoft.com/office/infopath/2007/PartnerControls"/>
    <ds:schemaRef ds:uri="71af3243-3dd4-4a8d-8c0d-dd76da1f02a5"/>
    <ds:schemaRef ds:uri="http://purl.org/dc/dcmitype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16c05727-aa75-4e4a-9b5f-8a80a1165891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3FC8A1C-A436-42C0-AC33-FAFFFAF219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0</TotalTime>
  <Words>45</Words>
  <Application>Microsoft Office PowerPoint</Application>
  <PresentationFormat>Widescreen</PresentationFormat>
  <Paragraphs>29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Gill Sans MT</vt:lpstr>
      <vt:lpstr>Wingdings 2</vt:lpstr>
      <vt:lpstr>Dividend</vt:lpstr>
      <vt:lpstr>CISCO Switch Configuration</vt:lpstr>
      <vt:lpstr>How to set password on  privilege  mode (Set password)</vt:lpstr>
      <vt:lpstr>How to remove password form privilege  mode (remove password)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2021-12-28T04:20:22Z</dcterms:created>
  <dcterms:modified xsi:type="dcterms:W3CDTF">2023-03-10T16:22:06Z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