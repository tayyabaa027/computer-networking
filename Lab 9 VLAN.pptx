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57" r:id="rId8"/>
    <p:sldId id="258" r:id="rId9"/>
    <p:sldId id="261" r:id="rId10"/>
    <p:sldId id="259" r:id="rId11"/>
    <p:sldId id="260" r:id="rId12"/>
    <p:sldId id="267" r:id="rId13"/>
    <p:sldId id="268" r:id="rId14"/>
    <p:sldId id="269" r:id="rId15"/>
    <p:sldId id="274" r:id="rId16"/>
    <p:sldId id="270" r:id="rId17"/>
    <p:sldId id="272" r:id="rId18"/>
    <p:sldId id="273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364" autoAdjust="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EC3B-1617-482D-8A70-7FBF6C6348A4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18F64-F53F-4551-8E07-903193C5B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518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EC3B-1617-482D-8A70-7FBF6C6348A4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18F64-F53F-4551-8E07-903193C5B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778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EC3B-1617-482D-8A70-7FBF6C6348A4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18F64-F53F-4551-8E07-903193C5B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251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EC3B-1617-482D-8A70-7FBF6C6348A4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18F64-F53F-4551-8E07-903193C5B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541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EC3B-1617-482D-8A70-7FBF6C6348A4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18F64-F53F-4551-8E07-903193C5B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49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EC3B-1617-482D-8A70-7FBF6C6348A4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18F64-F53F-4551-8E07-903193C5B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37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EC3B-1617-482D-8A70-7FBF6C6348A4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18F64-F53F-4551-8E07-903193C5B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587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EC3B-1617-482D-8A70-7FBF6C6348A4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18F64-F53F-4551-8E07-903193C5B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902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EC3B-1617-482D-8A70-7FBF6C6348A4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18F64-F53F-4551-8E07-903193C5B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681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EC3B-1617-482D-8A70-7FBF6C6348A4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18F64-F53F-4551-8E07-903193C5B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25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5EC3B-1617-482D-8A70-7FBF6C6348A4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18F64-F53F-4551-8E07-903193C5B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368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5EC3B-1617-482D-8A70-7FBF6C6348A4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B18F64-F53F-4551-8E07-903193C5B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271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chtarget.com/searchstorage/definition/partitio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15754"/>
            <a:ext cx="12192000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/>
              <a:t>What is a VLAN</a:t>
            </a:r>
            <a:r>
              <a:rPr lang="en-US" sz="3200" b="1" dirty="0" smtClean="0"/>
              <a:t>?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A </a:t>
            </a:r>
            <a:r>
              <a:rPr lang="en-US" sz="2800" dirty="0"/>
              <a:t>VLAN (virtual LAN) is a subnetwork which can group together collections of devices on separate physical local area networks (LANs). </a:t>
            </a:r>
            <a:endParaRPr lang="en-US" sz="2800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VLANs </a:t>
            </a:r>
            <a:r>
              <a:rPr lang="en-US" sz="2800" dirty="0"/>
              <a:t>make it easy for network administrators to </a:t>
            </a:r>
            <a:r>
              <a:rPr lang="en-US" sz="2800" u="sng" dirty="0">
                <a:hlinkClick r:id="rId2"/>
              </a:rPr>
              <a:t>partition</a:t>
            </a:r>
            <a:r>
              <a:rPr lang="en-US" sz="2800" dirty="0"/>
              <a:t> a single switched network to match the functional and security requirements of their systems without having to run new cables or make major changes in their current network infrastructure. </a:t>
            </a:r>
            <a:endParaRPr lang="en-US" sz="2800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smtClean="0"/>
              <a:t>VLANs </a:t>
            </a:r>
            <a:r>
              <a:rPr lang="en-US" sz="2800" dirty="0"/>
              <a:t>are also important because they can help improve the overall performance of a network by grouping together devices that communicate most frequently. VLANs also provide security on larger networks by allowing a higher degree of control over which devices have access to each other. VLANs tend to be flexible because they are based on logical connections, rather than physical.</a:t>
            </a:r>
          </a:p>
        </p:txBody>
      </p:sp>
    </p:spTree>
    <p:extLst>
      <p:ext uri="{BB962C8B-B14F-4D97-AF65-F5344CB8AC3E}">
        <p14:creationId xmlns:p14="http://schemas.microsoft.com/office/powerpoint/2010/main" val="2993205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856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352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942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439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960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14" y="500062"/>
            <a:ext cx="10202092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136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86340"/>
            <a:ext cx="9144000" cy="1712277"/>
          </a:xfrm>
        </p:spPr>
        <p:txBody>
          <a:bodyPr anchor="ctr">
            <a:normAutofit fontScale="90000"/>
          </a:bodyPr>
          <a:lstStyle/>
          <a:p>
            <a:r>
              <a:rPr lang="en-US" dirty="0" smtClean="0"/>
              <a:t>VLAN Configuration Commands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999" y="1593669"/>
            <a:ext cx="10284823" cy="5146765"/>
          </a:xfrm>
        </p:spPr>
        <p:txBody>
          <a:bodyPr>
            <a:normAutofit/>
          </a:bodyPr>
          <a:lstStyle/>
          <a:p>
            <a:pPr algn="l"/>
            <a:r>
              <a:rPr lang="en-US" dirty="0" smtClean="0"/>
              <a:t>1. Switch&gt;enable			//Move to privilege mode</a:t>
            </a:r>
          </a:p>
          <a:p>
            <a:pPr algn="l"/>
            <a:r>
              <a:rPr lang="en-US" dirty="0" smtClean="0"/>
              <a:t>2. </a:t>
            </a:r>
            <a:r>
              <a:rPr lang="en-US" dirty="0" err="1" smtClean="0"/>
              <a:t>Switch#configure</a:t>
            </a:r>
            <a:r>
              <a:rPr lang="en-US" dirty="0" smtClean="0"/>
              <a:t> terminal		// Move to Global Configuration mode</a:t>
            </a:r>
          </a:p>
          <a:p>
            <a:pPr algn="l"/>
            <a:endParaRPr lang="en-US" dirty="0" smtClean="0"/>
          </a:p>
          <a:p>
            <a:pPr algn="l"/>
            <a:r>
              <a:rPr lang="en-US" dirty="0" smtClean="0"/>
              <a:t>Enter configuration commands, one per line.  End with CNTL/Z.</a:t>
            </a:r>
          </a:p>
          <a:p>
            <a:pPr algn="l"/>
            <a:endParaRPr lang="en-US" dirty="0" smtClean="0"/>
          </a:p>
          <a:p>
            <a:pPr algn="l"/>
            <a:r>
              <a:rPr lang="en-US" dirty="0" smtClean="0"/>
              <a:t>3. Switch(</a:t>
            </a:r>
            <a:r>
              <a:rPr lang="en-US" dirty="0" err="1" smtClean="0"/>
              <a:t>config</a:t>
            </a:r>
            <a:r>
              <a:rPr lang="en-US" dirty="0" smtClean="0"/>
              <a:t>)#host UIIT		//Change the default name of switch</a:t>
            </a:r>
          </a:p>
          <a:p>
            <a:pPr algn="l"/>
            <a:r>
              <a:rPr lang="en-US" dirty="0" smtClean="0"/>
              <a:t>4. UIIT(</a:t>
            </a:r>
            <a:r>
              <a:rPr lang="en-US" dirty="0" err="1" smtClean="0"/>
              <a:t>config</a:t>
            </a:r>
            <a:r>
              <a:rPr lang="en-US" dirty="0" smtClean="0"/>
              <a:t>)#exit</a:t>
            </a:r>
          </a:p>
          <a:p>
            <a:pPr algn="l"/>
            <a:r>
              <a:rPr lang="en-US" dirty="0" smtClean="0"/>
              <a:t>5. UIIT#				//Name Changed Successfully </a:t>
            </a:r>
          </a:p>
          <a:p>
            <a:pPr algn="l"/>
            <a:endParaRPr lang="en-US" dirty="0" smtClean="0"/>
          </a:p>
          <a:p>
            <a:pPr algn="l"/>
            <a:r>
              <a:rPr lang="en-US" dirty="0" smtClean="0"/>
              <a:t>6. </a:t>
            </a:r>
            <a:r>
              <a:rPr lang="en-US" dirty="0" err="1" smtClean="0"/>
              <a:t>UIIT#show</a:t>
            </a:r>
            <a:r>
              <a:rPr lang="en-US" dirty="0" smtClean="0"/>
              <a:t> run			//Show switch settings</a:t>
            </a:r>
          </a:p>
          <a:p>
            <a:pPr algn="l"/>
            <a:r>
              <a:rPr lang="en-US" dirty="0" smtClean="0"/>
              <a:t>7. </a:t>
            </a:r>
            <a:r>
              <a:rPr lang="en-US" dirty="0"/>
              <a:t>3. Switch(</a:t>
            </a:r>
            <a:r>
              <a:rPr lang="en-US" dirty="0" err="1"/>
              <a:t>config</a:t>
            </a:r>
            <a:r>
              <a:rPr lang="en-US" dirty="0" smtClean="0"/>
              <a:t>)#</a:t>
            </a:r>
            <a:r>
              <a:rPr lang="en-US" dirty="0" err="1" smtClean="0"/>
              <a:t>vlan</a:t>
            </a:r>
            <a:r>
              <a:rPr lang="en-US" dirty="0" smtClean="0"/>
              <a:t> ?		//how many number of </a:t>
            </a:r>
            <a:r>
              <a:rPr lang="en-US" dirty="0" err="1" smtClean="0"/>
              <a:t>vlan</a:t>
            </a:r>
            <a:r>
              <a:rPr lang="en-US" dirty="0" smtClean="0"/>
              <a:t> possible</a:t>
            </a:r>
          </a:p>
        </p:txBody>
      </p:sp>
    </p:spTree>
    <p:extLst>
      <p:ext uri="{BB962C8B-B14F-4D97-AF65-F5344CB8AC3E}">
        <p14:creationId xmlns:p14="http://schemas.microsoft.com/office/powerpoint/2010/main" val="3290274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86340"/>
            <a:ext cx="9144000" cy="1712277"/>
          </a:xfrm>
        </p:spPr>
        <p:txBody>
          <a:bodyPr anchor="ctr">
            <a:normAutofit fontScale="90000"/>
          </a:bodyPr>
          <a:lstStyle/>
          <a:p>
            <a:r>
              <a:rPr lang="en-US" dirty="0" smtClean="0"/>
              <a:t>VLAN Configuration Commands Cont.…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999" y="1841863"/>
            <a:ext cx="10284823" cy="4898571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7</a:t>
            </a:r>
            <a:r>
              <a:rPr lang="en-US" dirty="0" smtClean="0"/>
              <a:t>. UIIT(</a:t>
            </a:r>
            <a:r>
              <a:rPr lang="en-US" dirty="0" err="1" smtClean="0"/>
              <a:t>config</a:t>
            </a:r>
            <a:r>
              <a:rPr lang="en-US" dirty="0" smtClean="0"/>
              <a:t>)#</a:t>
            </a:r>
            <a:r>
              <a:rPr lang="en-US" dirty="0" err="1" smtClean="0"/>
              <a:t>vlan</a:t>
            </a:r>
            <a:r>
              <a:rPr lang="en-US" dirty="0" smtClean="0"/>
              <a:t> 10		//Creating </a:t>
            </a:r>
            <a:r>
              <a:rPr lang="en-US" dirty="0" err="1" smtClean="0"/>
              <a:t>Vlan</a:t>
            </a:r>
            <a:r>
              <a:rPr lang="en-US" dirty="0" smtClean="0"/>
              <a:t> 10</a:t>
            </a:r>
          </a:p>
          <a:p>
            <a:pPr algn="l"/>
            <a:r>
              <a:rPr lang="en-US" dirty="0" smtClean="0"/>
              <a:t>8. UIIT(</a:t>
            </a:r>
            <a:r>
              <a:rPr lang="en-US" dirty="0" err="1" smtClean="0"/>
              <a:t>config-vlan</a:t>
            </a:r>
            <a:r>
              <a:rPr lang="en-US" dirty="0" smtClean="0"/>
              <a:t>)#name HR		//Assigning Name to </a:t>
            </a:r>
            <a:r>
              <a:rPr lang="en-US" dirty="0" err="1" smtClean="0"/>
              <a:t>Vlan</a:t>
            </a:r>
            <a:endParaRPr lang="en-US" dirty="0"/>
          </a:p>
          <a:p>
            <a:pPr algn="l"/>
            <a:r>
              <a:rPr lang="en-US" dirty="0" smtClean="0"/>
              <a:t>9. Switch(</a:t>
            </a:r>
            <a:r>
              <a:rPr lang="en-US" dirty="0" err="1" smtClean="0"/>
              <a:t>config-vlan</a:t>
            </a:r>
            <a:r>
              <a:rPr lang="en-US" dirty="0"/>
              <a:t>)#</a:t>
            </a:r>
            <a:r>
              <a:rPr lang="en-US" dirty="0" smtClean="0"/>
              <a:t>exit		</a:t>
            </a:r>
            <a:r>
              <a:rPr lang="en-US" dirty="0"/>
              <a:t> //Move to one step back</a:t>
            </a:r>
          </a:p>
          <a:p>
            <a:pPr algn="l"/>
            <a:r>
              <a:rPr lang="en-US" dirty="0" smtClean="0"/>
              <a:t>10. Switch(</a:t>
            </a:r>
            <a:r>
              <a:rPr lang="en-US" dirty="0" err="1" smtClean="0"/>
              <a:t>config</a:t>
            </a:r>
            <a:r>
              <a:rPr lang="en-US" dirty="0"/>
              <a:t>)#</a:t>
            </a:r>
            <a:r>
              <a:rPr lang="en-US" dirty="0" smtClean="0"/>
              <a:t>exit		 //</a:t>
            </a:r>
            <a:r>
              <a:rPr lang="en-US" dirty="0"/>
              <a:t>Move to Privilege </a:t>
            </a:r>
            <a:r>
              <a:rPr lang="en-US" dirty="0" smtClean="0"/>
              <a:t>mode</a:t>
            </a:r>
          </a:p>
          <a:p>
            <a:pPr algn="l"/>
            <a:r>
              <a:rPr lang="en-US" dirty="0" smtClean="0"/>
              <a:t>………………………………………………………………………………………………………………</a:t>
            </a:r>
            <a:endParaRPr lang="en-US" dirty="0"/>
          </a:p>
          <a:p>
            <a:pPr algn="l"/>
            <a:r>
              <a:rPr lang="en-US" dirty="0" smtClean="0"/>
              <a:t>11. UIIT(</a:t>
            </a:r>
            <a:r>
              <a:rPr lang="en-US" dirty="0" err="1" smtClean="0"/>
              <a:t>config</a:t>
            </a:r>
            <a:r>
              <a:rPr lang="en-US" dirty="0" smtClean="0"/>
              <a:t>)#</a:t>
            </a:r>
            <a:r>
              <a:rPr lang="en-US" dirty="0" err="1" smtClean="0"/>
              <a:t>vlan</a:t>
            </a:r>
            <a:r>
              <a:rPr lang="en-US" dirty="0" smtClean="0"/>
              <a:t> 20		 //Creating </a:t>
            </a:r>
            <a:r>
              <a:rPr lang="en-US" dirty="0" err="1" smtClean="0"/>
              <a:t>Vlan</a:t>
            </a:r>
            <a:r>
              <a:rPr lang="en-US" dirty="0" smtClean="0"/>
              <a:t> 20</a:t>
            </a:r>
          </a:p>
          <a:p>
            <a:pPr algn="l"/>
            <a:r>
              <a:rPr lang="en-US" dirty="0" smtClean="0"/>
              <a:t>12. UIIT(</a:t>
            </a:r>
            <a:r>
              <a:rPr lang="en-US" dirty="0" err="1" smtClean="0"/>
              <a:t>config-vlan</a:t>
            </a:r>
            <a:r>
              <a:rPr lang="en-US" dirty="0" smtClean="0"/>
              <a:t>)#name Services	//</a:t>
            </a:r>
            <a:r>
              <a:rPr lang="en-US" dirty="0"/>
              <a:t>Assigning Name to </a:t>
            </a:r>
            <a:r>
              <a:rPr lang="en-US" dirty="0" err="1"/>
              <a:t>Vlan</a:t>
            </a:r>
            <a:endParaRPr lang="en-US" dirty="0"/>
          </a:p>
          <a:p>
            <a:pPr algn="l"/>
            <a:r>
              <a:rPr lang="en-US" dirty="0" smtClean="0"/>
              <a:t>13. UIIT(</a:t>
            </a:r>
            <a:r>
              <a:rPr lang="en-US" dirty="0" err="1" smtClean="0"/>
              <a:t>config-vlan</a:t>
            </a:r>
            <a:r>
              <a:rPr lang="en-US" dirty="0" smtClean="0"/>
              <a:t>)#exit		//Move to one step back</a:t>
            </a:r>
          </a:p>
          <a:p>
            <a:pPr algn="l"/>
            <a:r>
              <a:rPr lang="en-US" dirty="0" smtClean="0"/>
              <a:t>14. UIIT(</a:t>
            </a:r>
            <a:r>
              <a:rPr lang="en-US" dirty="0" err="1" smtClean="0"/>
              <a:t>config</a:t>
            </a:r>
            <a:r>
              <a:rPr lang="en-US" dirty="0" smtClean="0"/>
              <a:t>)#exit			//Move to Privilege mode</a:t>
            </a:r>
          </a:p>
          <a:p>
            <a:pPr algn="l"/>
            <a:r>
              <a:rPr lang="en-US" dirty="0" smtClean="0"/>
              <a:t>15. </a:t>
            </a:r>
            <a:r>
              <a:rPr lang="en-US" dirty="0" err="1" smtClean="0"/>
              <a:t>UIIT#show</a:t>
            </a:r>
            <a:r>
              <a:rPr lang="en-US" dirty="0" smtClean="0"/>
              <a:t> </a:t>
            </a:r>
            <a:r>
              <a:rPr lang="en-US" dirty="0" err="1" smtClean="0"/>
              <a:t>vlan</a:t>
            </a:r>
            <a:r>
              <a:rPr lang="en-US" dirty="0" smtClean="0"/>
              <a:t>			//Show available </a:t>
            </a:r>
            <a:r>
              <a:rPr lang="en-US" dirty="0" err="1" smtClean="0"/>
              <a:t>vlans</a:t>
            </a:r>
            <a:endParaRPr lang="en-US" dirty="0" smtClean="0"/>
          </a:p>
          <a:p>
            <a:pPr algn="l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14286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12192001" cy="69740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8195" y="5934402"/>
            <a:ext cx="75804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/>
              <a:t>Access Port just transfer the data to specific VLAN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917920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34" y="0"/>
            <a:ext cx="120964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011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468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040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521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7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465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6038"/>
            <a:ext cx="10515600" cy="789986"/>
          </a:xfrm>
        </p:spPr>
        <p:txBody>
          <a:bodyPr>
            <a:normAutofit/>
          </a:bodyPr>
          <a:lstStyle/>
          <a:p>
            <a:r>
              <a:rPr lang="en-US" sz="3200" b="1" u="sng" dirty="0" smtClean="0"/>
              <a:t>Assigning Ports to VLAN</a:t>
            </a:r>
            <a:endParaRPr lang="en-US" sz="32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36024"/>
            <a:ext cx="4295503" cy="6021975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To get traffic of all VLAN’s</a:t>
            </a:r>
            <a:r>
              <a:rPr lang="en-US" dirty="0"/>
              <a:t> </a:t>
            </a:r>
            <a:r>
              <a:rPr lang="en-US" dirty="0" smtClean="0"/>
              <a:t>*</a:t>
            </a:r>
          </a:p>
          <a:p>
            <a:pPr marL="0" indent="0">
              <a:buNone/>
            </a:pPr>
            <a:r>
              <a:rPr lang="en-US" dirty="0" smtClean="0"/>
              <a:t>\\ </a:t>
            </a:r>
            <a:r>
              <a:rPr lang="en-US" dirty="0"/>
              <a:t>create all </a:t>
            </a:r>
            <a:r>
              <a:rPr lang="en-US" dirty="0" err="1"/>
              <a:t>vlans</a:t>
            </a:r>
            <a:r>
              <a:rPr lang="en-US" dirty="0"/>
              <a:t> same like you created in other switches</a:t>
            </a:r>
          </a:p>
          <a:p>
            <a:pPr marL="0" indent="0">
              <a:buNone/>
            </a:pPr>
            <a:r>
              <a:rPr lang="en-US" dirty="0" err="1"/>
              <a:t>Vlan</a:t>
            </a:r>
            <a:r>
              <a:rPr lang="en-US" dirty="0"/>
              <a:t> 10</a:t>
            </a:r>
          </a:p>
          <a:p>
            <a:pPr marL="0" indent="0">
              <a:buNone/>
            </a:pPr>
            <a:r>
              <a:rPr lang="en-US" dirty="0" err="1"/>
              <a:t>Vlan</a:t>
            </a:r>
            <a:r>
              <a:rPr lang="en-US" dirty="0"/>
              <a:t> 20</a:t>
            </a:r>
          </a:p>
          <a:p>
            <a:pPr marL="0" indent="0">
              <a:buNone/>
            </a:pPr>
            <a:r>
              <a:rPr lang="en-US" dirty="0" err="1"/>
              <a:t>Vlan</a:t>
            </a:r>
            <a:r>
              <a:rPr lang="en-US" dirty="0"/>
              <a:t> 30</a:t>
            </a:r>
          </a:p>
          <a:p>
            <a:r>
              <a:rPr lang="en-US" b="1" dirty="0" smtClean="0"/>
              <a:t>Assign single </a:t>
            </a:r>
            <a:r>
              <a:rPr lang="en-US" b="1" dirty="0"/>
              <a:t>interface ports to VLAN 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Interface </a:t>
            </a:r>
            <a:r>
              <a:rPr lang="en-US" dirty="0"/>
              <a:t>fa 0/2</a:t>
            </a:r>
          </a:p>
          <a:p>
            <a:pPr marL="0" indent="0">
              <a:buNone/>
            </a:pPr>
            <a:r>
              <a:rPr lang="en-US" dirty="0" err="1"/>
              <a:t>Switchport</a:t>
            </a:r>
            <a:r>
              <a:rPr lang="en-US" dirty="0"/>
              <a:t> mode access</a:t>
            </a:r>
          </a:p>
          <a:p>
            <a:pPr marL="0" indent="0">
              <a:buNone/>
            </a:pPr>
            <a:r>
              <a:rPr lang="en-US" dirty="0" err="1"/>
              <a:t>Switchport</a:t>
            </a:r>
            <a:r>
              <a:rPr lang="en-US" dirty="0"/>
              <a:t> access </a:t>
            </a:r>
            <a:r>
              <a:rPr lang="en-US" dirty="0" err="1"/>
              <a:t>vlan</a:t>
            </a:r>
            <a:r>
              <a:rPr lang="en-US" dirty="0"/>
              <a:t> 10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Interface fa 0/1</a:t>
            </a:r>
          </a:p>
          <a:p>
            <a:pPr marL="0" indent="0">
              <a:buNone/>
            </a:pPr>
            <a:r>
              <a:rPr lang="en-US" dirty="0" err="1"/>
              <a:t>Switchport</a:t>
            </a:r>
            <a:r>
              <a:rPr lang="en-US" dirty="0"/>
              <a:t> mode access</a:t>
            </a:r>
          </a:p>
          <a:p>
            <a:pPr marL="0" indent="0">
              <a:buNone/>
            </a:pPr>
            <a:r>
              <a:rPr lang="en-US" dirty="0" err="1"/>
              <a:t>Switchport</a:t>
            </a:r>
            <a:r>
              <a:rPr lang="en-US" dirty="0"/>
              <a:t> access </a:t>
            </a:r>
            <a:r>
              <a:rPr lang="en-US" dirty="0" err="1"/>
              <a:t>vlan</a:t>
            </a:r>
            <a:r>
              <a:rPr lang="en-US" dirty="0"/>
              <a:t> 20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Interface fa 0/3</a:t>
            </a:r>
          </a:p>
          <a:p>
            <a:pPr marL="0" indent="0">
              <a:buNone/>
            </a:pPr>
            <a:r>
              <a:rPr lang="en-US" dirty="0" err="1"/>
              <a:t>Switchport</a:t>
            </a:r>
            <a:r>
              <a:rPr lang="en-US" dirty="0"/>
              <a:t> mode access</a:t>
            </a:r>
          </a:p>
          <a:p>
            <a:pPr marL="0" indent="0">
              <a:buNone/>
            </a:pPr>
            <a:r>
              <a:rPr lang="en-US" dirty="0" err="1"/>
              <a:t>Switchport</a:t>
            </a:r>
            <a:r>
              <a:rPr lang="en-US" dirty="0"/>
              <a:t> access </a:t>
            </a:r>
            <a:r>
              <a:rPr lang="en-US" dirty="0" err="1"/>
              <a:t>vlan</a:t>
            </a:r>
            <a:r>
              <a:rPr lang="en-US" dirty="0"/>
              <a:t> 30</a:t>
            </a:r>
          </a:p>
          <a:p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594575" y="844731"/>
            <a:ext cx="5100120" cy="60219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/>
              <a:t>To Assign more than one interface ports in same VLAN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Switch&gt;enable</a:t>
            </a:r>
          </a:p>
          <a:p>
            <a:pPr marL="0" indent="0">
              <a:buNone/>
            </a:pPr>
            <a:r>
              <a:rPr lang="en-US" dirty="0" err="1"/>
              <a:t>Switch#conf</a:t>
            </a:r>
            <a:r>
              <a:rPr lang="en-US" dirty="0"/>
              <a:t> </a:t>
            </a:r>
            <a:r>
              <a:rPr lang="en-US" dirty="0" err="1"/>
              <a:t>ter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Switch(</a:t>
            </a:r>
            <a:r>
              <a:rPr lang="en-US" dirty="0" err="1" smtClean="0"/>
              <a:t>config</a:t>
            </a:r>
            <a:r>
              <a:rPr lang="en-US" dirty="0"/>
              <a:t>)#</a:t>
            </a:r>
            <a:r>
              <a:rPr lang="en-US" dirty="0" err="1"/>
              <a:t>vlan</a:t>
            </a:r>
            <a:r>
              <a:rPr lang="en-US" dirty="0"/>
              <a:t> 10</a:t>
            </a:r>
          </a:p>
          <a:p>
            <a:pPr marL="0" indent="0">
              <a:buNone/>
            </a:pPr>
            <a:r>
              <a:rPr lang="en-US" dirty="0"/>
              <a:t>Switch(</a:t>
            </a:r>
            <a:r>
              <a:rPr lang="en-US" dirty="0" err="1"/>
              <a:t>config-vlan</a:t>
            </a:r>
            <a:r>
              <a:rPr lang="en-US" dirty="0"/>
              <a:t>)#name UIIT</a:t>
            </a:r>
          </a:p>
          <a:p>
            <a:pPr marL="0" indent="0">
              <a:buNone/>
            </a:pPr>
            <a:r>
              <a:rPr lang="en-US" dirty="0"/>
              <a:t>Switch(</a:t>
            </a:r>
            <a:r>
              <a:rPr lang="en-US" dirty="0" err="1"/>
              <a:t>config-vlan</a:t>
            </a:r>
            <a:r>
              <a:rPr lang="en-US" dirty="0"/>
              <a:t>)#interface range fa </a:t>
            </a:r>
            <a:r>
              <a:rPr lang="en-US" dirty="0" smtClean="0"/>
              <a:t>0/1-10</a:t>
            </a:r>
          </a:p>
          <a:p>
            <a:pPr marL="0" indent="0">
              <a:buNone/>
            </a:pPr>
            <a:r>
              <a:rPr lang="en-US" dirty="0" err="1"/>
              <a:t>Switchport</a:t>
            </a:r>
            <a:r>
              <a:rPr lang="en-US" dirty="0"/>
              <a:t> mode access</a:t>
            </a:r>
          </a:p>
          <a:p>
            <a:pPr marL="0" indent="0">
              <a:buNone/>
            </a:pPr>
            <a:r>
              <a:rPr lang="en-US" dirty="0" err="1"/>
              <a:t>Switchport</a:t>
            </a:r>
            <a:r>
              <a:rPr lang="en-US" dirty="0"/>
              <a:t> access </a:t>
            </a:r>
            <a:r>
              <a:rPr lang="en-US" dirty="0" err="1"/>
              <a:t>vlan</a:t>
            </a:r>
            <a:r>
              <a:rPr lang="en-US" dirty="0"/>
              <a:t> </a:t>
            </a:r>
            <a:r>
              <a:rPr lang="en-US" dirty="0" smtClean="0"/>
              <a:t>10</a:t>
            </a:r>
          </a:p>
          <a:p>
            <a:pPr marL="0" indent="0">
              <a:buNone/>
            </a:pPr>
            <a:r>
              <a:rPr lang="en-US" dirty="0" smtClean="0"/>
              <a:t>Switch(</a:t>
            </a:r>
            <a:r>
              <a:rPr lang="en-US" dirty="0" err="1" smtClean="0"/>
              <a:t>config</a:t>
            </a:r>
            <a:r>
              <a:rPr lang="en-US" dirty="0" smtClean="0"/>
              <a:t>-if-range</a:t>
            </a:r>
            <a:r>
              <a:rPr lang="en-US" dirty="0"/>
              <a:t>)#exit</a:t>
            </a:r>
          </a:p>
          <a:p>
            <a:pPr marL="0" indent="0">
              <a:buNone/>
            </a:pPr>
            <a:r>
              <a:rPr lang="en-US" dirty="0"/>
              <a:t>Switch(</a:t>
            </a:r>
            <a:r>
              <a:rPr lang="en-US" dirty="0" err="1"/>
              <a:t>config</a:t>
            </a:r>
            <a:r>
              <a:rPr lang="en-US" dirty="0"/>
              <a:t>)#exit</a:t>
            </a:r>
          </a:p>
          <a:p>
            <a:pPr marL="0" indent="0">
              <a:buNone/>
            </a:pPr>
            <a:r>
              <a:rPr lang="en-US" dirty="0"/>
              <a:t>Switch#</a:t>
            </a:r>
          </a:p>
        </p:txBody>
      </p:sp>
    </p:spTree>
    <p:extLst>
      <p:ext uri="{BB962C8B-B14F-4D97-AF65-F5344CB8AC3E}">
        <p14:creationId xmlns:p14="http://schemas.microsoft.com/office/powerpoint/2010/main" val="3803591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6038"/>
            <a:ext cx="10515600" cy="789986"/>
          </a:xfrm>
        </p:spPr>
        <p:txBody>
          <a:bodyPr>
            <a:normAutofit/>
          </a:bodyPr>
          <a:lstStyle/>
          <a:p>
            <a:r>
              <a:rPr lang="en-US" sz="3200" b="1" u="sng" dirty="0" smtClean="0"/>
              <a:t>Assigning Trunk Ports</a:t>
            </a:r>
            <a:endParaRPr lang="en-US" sz="3200" b="1" u="sng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836025"/>
            <a:ext cx="6320589" cy="63836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To make port trunk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Switch&gt;enable</a:t>
            </a:r>
          </a:p>
          <a:p>
            <a:pPr marL="0" indent="0">
              <a:buNone/>
            </a:pPr>
            <a:r>
              <a:rPr lang="en-US" dirty="0" err="1"/>
              <a:t>Switch#conf</a:t>
            </a:r>
            <a:r>
              <a:rPr lang="en-US" dirty="0"/>
              <a:t> </a:t>
            </a:r>
            <a:r>
              <a:rPr lang="en-US" dirty="0" err="1"/>
              <a:t>ter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Switch(</a:t>
            </a:r>
            <a:r>
              <a:rPr lang="en-US" dirty="0" err="1" smtClean="0"/>
              <a:t>config</a:t>
            </a:r>
            <a:r>
              <a:rPr lang="en-US" dirty="0"/>
              <a:t>)#</a:t>
            </a:r>
            <a:r>
              <a:rPr lang="en-US" dirty="0" err="1"/>
              <a:t>int</a:t>
            </a:r>
            <a:r>
              <a:rPr lang="en-US" dirty="0"/>
              <a:t> fa 0/24</a:t>
            </a:r>
          </a:p>
          <a:p>
            <a:pPr marL="0" indent="0">
              <a:buNone/>
            </a:pPr>
            <a:r>
              <a:rPr lang="en-US" dirty="0" smtClean="0"/>
              <a:t>Switch(</a:t>
            </a:r>
            <a:r>
              <a:rPr lang="en-US" dirty="0" err="1" smtClean="0"/>
              <a:t>config</a:t>
            </a:r>
            <a:r>
              <a:rPr lang="en-US" dirty="0" smtClean="0"/>
              <a:t>-if</a:t>
            </a:r>
            <a:r>
              <a:rPr lang="en-US" dirty="0"/>
              <a:t>)#</a:t>
            </a:r>
            <a:r>
              <a:rPr lang="en-US" dirty="0" err="1"/>
              <a:t>switchport</a:t>
            </a:r>
            <a:r>
              <a:rPr lang="en-US" dirty="0"/>
              <a:t> mode </a:t>
            </a:r>
            <a:r>
              <a:rPr lang="en-US" dirty="0" smtClean="0"/>
              <a:t>trunk</a:t>
            </a:r>
          </a:p>
          <a:p>
            <a:pPr marL="0" indent="0">
              <a:buNone/>
            </a:pPr>
            <a:r>
              <a:rPr lang="en-US" dirty="0" err="1" smtClean="0"/>
              <a:t>Switch#show</a:t>
            </a:r>
            <a:r>
              <a:rPr lang="en-US" dirty="0" smtClean="0"/>
              <a:t> </a:t>
            </a:r>
            <a:r>
              <a:rPr lang="en-US" dirty="0" err="1" smtClean="0"/>
              <a:t>vlan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Switch#show</a:t>
            </a:r>
            <a:r>
              <a:rPr lang="en-US" dirty="0" smtClean="0"/>
              <a:t> </a:t>
            </a:r>
            <a:r>
              <a:rPr lang="en-US" dirty="0" err="1" smtClean="0"/>
              <a:t>int</a:t>
            </a:r>
            <a:r>
              <a:rPr lang="en-US" dirty="0" smtClean="0"/>
              <a:t> trunk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63602" y="4668253"/>
            <a:ext cx="1079019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u="sng" dirty="0" smtClean="0">
                <a:solidFill>
                  <a:schemeClr val="accent1">
                    <a:lumMod val="75000"/>
                  </a:schemeClr>
                </a:solidFill>
              </a:rPr>
              <a:t>Class Task: </a:t>
            </a:r>
            <a:r>
              <a:rPr lang="en-US" sz="3200" dirty="0" smtClean="0">
                <a:solidFill>
                  <a:schemeClr val="accent6"/>
                </a:solidFill>
              </a:rPr>
              <a:t>After the successful completion of lab practical class </a:t>
            </a:r>
          </a:p>
          <a:p>
            <a:r>
              <a:rPr lang="en-US" sz="3200" dirty="0" smtClean="0">
                <a:solidFill>
                  <a:schemeClr val="accent6"/>
                </a:solidFill>
              </a:rPr>
              <a:t>Teacher will Provide task to assess the students. See next slide</a:t>
            </a:r>
            <a:endParaRPr lang="en-US" sz="32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2179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53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5540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6029"/>
          </a:xfrm>
        </p:spPr>
        <p:txBody>
          <a:bodyPr/>
          <a:lstStyle/>
          <a:p>
            <a:r>
              <a:rPr lang="en-US" b="1" u="sng" dirty="0" smtClean="0"/>
              <a:t>Delete VLAN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178" y="1345474"/>
            <a:ext cx="8123322" cy="5512526"/>
          </a:xfrm>
        </p:spPr>
        <p:txBody>
          <a:bodyPr>
            <a:normAutofit/>
          </a:bodyPr>
          <a:lstStyle/>
          <a:p>
            <a:r>
              <a:rPr lang="en-US" b="1" dirty="0" smtClean="0"/>
              <a:t>To </a:t>
            </a:r>
            <a:r>
              <a:rPr lang="en-US" b="1" dirty="0"/>
              <a:t>delete interfaces manually from </a:t>
            </a:r>
            <a:r>
              <a:rPr lang="en-US" b="1" dirty="0" err="1"/>
              <a:t>vlan</a:t>
            </a:r>
            <a:endParaRPr lang="en-US" dirty="0"/>
          </a:p>
          <a:p>
            <a:r>
              <a:rPr lang="en-US" dirty="0"/>
              <a:t>Switch(</a:t>
            </a:r>
            <a:r>
              <a:rPr lang="en-US" dirty="0" err="1"/>
              <a:t>config</a:t>
            </a:r>
            <a:r>
              <a:rPr lang="en-US" dirty="0"/>
              <a:t>)#interface range </a:t>
            </a:r>
            <a:r>
              <a:rPr lang="en-US" dirty="0" err="1"/>
              <a:t>fastEthernet</a:t>
            </a:r>
            <a:r>
              <a:rPr lang="en-US" dirty="0"/>
              <a:t> 0/1-10</a:t>
            </a:r>
          </a:p>
          <a:p>
            <a:r>
              <a:rPr lang="en-US" dirty="0"/>
              <a:t>Switch(</a:t>
            </a:r>
            <a:r>
              <a:rPr lang="en-US" dirty="0" err="1"/>
              <a:t>config</a:t>
            </a:r>
            <a:r>
              <a:rPr lang="en-US" dirty="0"/>
              <a:t>-if-range)#no </a:t>
            </a:r>
            <a:r>
              <a:rPr lang="en-US" dirty="0" err="1"/>
              <a:t>switchport</a:t>
            </a:r>
            <a:r>
              <a:rPr lang="en-US" dirty="0"/>
              <a:t> access </a:t>
            </a:r>
            <a:r>
              <a:rPr lang="en-US" dirty="0" err="1"/>
              <a:t>vlan</a:t>
            </a:r>
            <a:r>
              <a:rPr lang="en-US" dirty="0"/>
              <a:t> 10</a:t>
            </a:r>
          </a:p>
          <a:p>
            <a:r>
              <a:rPr lang="en-US" dirty="0"/>
              <a:t>Switch(</a:t>
            </a:r>
            <a:r>
              <a:rPr lang="en-US" dirty="0" err="1"/>
              <a:t>config</a:t>
            </a:r>
            <a:r>
              <a:rPr lang="en-US" dirty="0"/>
              <a:t>-if-range)#exit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904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</TotalTime>
  <Words>222</Words>
  <Application>Microsoft Office PowerPoint</Application>
  <PresentationFormat>Widescreen</PresentationFormat>
  <Paragraphs>75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VLAN Configuration Commands</vt:lpstr>
      <vt:lpstr>VLAN Configuration Commands Cont.…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Assigning Ports to VLAN</vt:lpstr>
      <vt:lpstr>Assigning Trunk Ports</vt:lpstr>
      <vt:lpstr>PowerPoint Presentation</vt:lpstr>
      <vt:lpstr>Delete VLAN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UIIT</dc:creator>
  <cp:lastModifiedBy>Fahad Burhan</cp:lastModifiedBy>
  <cp:revision>73</cp:revision>
  <dcterms:created xsi:type="dcterms:W3CDTF">2022-01-19T07:10:05Z</dcterms:created>
  <dcterms:modified xsi:type="dcterms:W3CDTF">2023-04-02T10:39:01Z</dcterms:modified>
</cp:coreProperties>
</file>